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5f9d047ab24c17" /><Relationship Type="http://schemas.openxmlformats.org/officeDocument/2006/relationships/extended-properties" Target="/docProps/app.xml" Id="R5b160be2c55848b6" /><Relationship Type="http://schemas.openxmlformats.org/officeDocument/2006/relationships/officeDocument" Target="/ppt/presentation.xml" Id="R3fc8379b339647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d62683bc642d1"/>
  </p:sldMasterIdLst>
  <p:notesMasterIdLst>
    <p:notesMasterId xmlns:r="http://schemas.openxmlformats.org/officeDocument/2006/relationships" r:id="R71d3813e9b75467c"/>
  </p:notesMasterIdLst>
  <p:sldIdLst>
    <p:sldId xmlns:r="http://schemas.openxmlformats.org/officeDocument/2006/relationships" id="256" r:id="R0efb851b085a43a8"/>
    <p:sldId xmlns:r="http://schemas.openxmlformats.org/officeDocument/2006/relationships" id="257" r:id="R2fc0cc2323424634"/>
    <p:sldId xmlns:r="http://schemas.openxmlformats.org/officeDocument/2006/relationships" id="258" r:id="R6a92246b00f34452"/>
    <p:sldId xmlns:r="http://schemas.openxmlformats.org/officeDocument/2006/relationships" id="259" r:id="R21ff073efa2c4ee2"/>
    <p:sldId xmlns:r="http://schemas.openxmlformats.org/officeDocument/2006/relationships" id="260" r:id="Rc899cadfc89c4827"/>
    <p:sldId xmlns:r="http://schemas.openxmlformats.org/officeDocument/2006/relationships" id="261" r:id="R6fbe10b4eaf347e5"/>
    <p:sldId xmlns:r="http://schemas.openxmlformats.org/officeDocument/2006/relationships" id="262" r:id="R135787fd3b1c47a7"/>
    <p:sldId xmlns:r="http://schemas.openxmlformats.org/officeDocument/2006/relationships" id="263" r:id="R524895885b554b5d"/>
    <p:sldId xmlns:r="http://schemas.openxmlformats.org/officeDocument/2006/relationships" id="264" r:id="R029aadab5d3f428e"/>
    <p:sldId xmlns:r="http://schemas.openxmlformats.org/officeDocument/2006/relationships" id="265" r:id="R373e319614554e89"/>
    <p:sldId xmlns:r="http://schemas.openxmlformats.org/officeDocument/2006/relationships" id="266" r:id="Rd02665fbd8d54139"/>
    <p:sldId xmlns:r="http://schemas.openxmlformats.org/officeDocument/2006/relationships" id="267" r:id="Rb174ae0af7774c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015ffea3ed42ee" /><Relationship Type="http://schemas.openxmlformats.org/officeDocument/2006/relationships/slideMaster" Target="/ppt/slideMasters/slideMaster1.xml" Id="R339d62683bc642d1" /><Relationship Type="http://schemas.openxmlformats.org/officeDocument/2006/relationships/notesMaster" Target="/ppt/notesMasters/notesMaster1.xml" Id="R71d3813e9b75467c" /><Relationship Type="http://schemas.openxmlformats.org/officeDocument/2006/relationships/presProps" Target="/ppt/presProps.xml" Id="Re1c33515f8884d3c" /><Relationship Type="http://schemas.openxmlformats.org/officeDocument/2006/relationships/tableStyles" Target="/ppt/tableStyles.xml" Id="Rc5655127698242fb" /><Relationship Type="http://schemas.openxmlformats.org/officeDocument/2006/relationships/slide" Target="/ppt/slides/slide1.xml" Id="R0efb851b085a43a8" /><Relationship Type="http://schemas.openxmlformats.org/officeDocument/2006/relationships/slide" Target="/ppt/slides/slide2.xml" Id="R2fc0cc2323424634" /><Relationship Type="http://schemas.openxmlformats.org/officeDocument/2006/relationships/slide" Target="/ppt/slides/slide3.xml" Id="R6a92246b00f34452" /><Relationship Type="http://schemas.openxmlformats.org/officeDocument/2006/relationships/slide" Target="/ppt/slides/slide4.xml" Id="R21ff073efa2c4ee2" /><Relationship Type="http://schemas.openxmlformats.org/officeDocument/2006/relationships/slide" Target="/ppt/slides/slide5.xml" Id="Rc899cadfc89c4827" /><Relationship Type="http://schemas.openxmlformats.org/officeDocument/2006/relationships/slide" Target="/ppt/slides/slide6.xml" Id="R6fbe10b4eaf347e5" /><Relationship Type="http://schemas.openxmlformats.org/officeDocument/2006/relationships/slide" Target="/ppt/slides/slide7.xml" Id="R135787fd3b1c47a7" /><Relationship Type="http://schemas.openxmlformats.org/officeDocument/2006/relationships/slide" Target="/ppt/slides/slide8.xml" Id="R524895885b554b5d" /><Relationship Type="http://schemas.openxmlformats.org/officeDocument/2006/relationships/slide" Target="/ppt/slides/slide9.xml" Id="R029aadab5d3f428e" /><Relationship Type="http://schemas.openxmlformats.org/officeDocument/2006/relationships/slide" Target="/ppt/slides/slide10.xml" Id="R373e319614554e89" /><Relationship Type="http://schemas.openxmlformats.org/officeDocument/2006/relationships/slide" Target="/ppt/slides/slide11.xml" Id="Rd02665fbd8d54139" /><Relationship Type="http://schemas.openxmlformats.org/officeDocument/2006/relationships/slide" Target="/ppt/slides/slide12.xml" Id="Rb174ae0af7774c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1a46627f9042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fcfb3cb8c9438b" /><Relationship Type="http://schemas.openxmlformats.org/officeDocument/2006/relationships/notesMaster" Target="/ppt/notesMasters/notesMaster1.xml" Id="R1991c61597ad4a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6e369ee7894065" /><Relationship Type="http://schemas.openxmlformats.org/officeDocument/2006/relationships/notesMaster" Target="/ppt/notesMasters/notesMaster1.xml" Id="Rb57d77a76d3644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da8a6008864b31" /><Relationship Type="http://schemas.openxmlformats.org/officeDocument/2006/relationships/notesMaster" Target="/ppt/notesMasters/notesMaster1.xml" Id="Rd24da3facd834d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b17fb15a5d436b" /><Relationship Type="http://schemas.openxmlformats.org/officeDocument/2006/relationships/notesMaster" Target="/ppt/notesMasters/notesMaster1.xml" Id="R9f08f6c5c3e14b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3abd2c55864a7a" /><Relationship Type="http://schemas.openxmlformats.org/officeDocument/2006/relationships/notesMaster" Target="/ppt/notesMasters/notesMaster1.xml" Id="R5d72babb12f64f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c6843935944f6f" /><Relationship Type="http://schemas.openxmlformats.org/officeDocument/2006/relationships/notesMaster" Target="/ppt/notesMasters/notesMaster1.xml" Id="R9332b9f153a94e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ab4cb472de42e5" /><Relationship Type="http://schemas.openxmlformats.org/officeDocument/2006/relationships/notesMaster" Target="/ppt/notesMasters/notesMaster1.xml" Id="R7b87ee0ae45649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3158f7e9df435c" /><Relationship Type="http://schemas.openxmlformats.org/officeDocument/2006/relationships/notesMaster" Target="/ppt/notesMasters/notesMaster1.xml" Id="R0e11f7bd71b341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6368e787b74cb5" /><Relationship Type="http://schemas.openxmlformats.org/officeDocument/2006/relationships/notesMaster" Target="/ppt/notesMasters/notesMaster1.xml" Id="R3466a8ede5e840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8c974a454d4e4e" /><Relationship Type="http://schemas.openxmlformats.org/officeDocument/2006/relationships/notesMaster" Target="/ppt/notesMasters/notesMaster1.xml" Id="R043338fb339b4d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5ce133e1fb4e09" /><Relationship Type="http://schemas.openxmlformats.org/officeDocument/2006/relationships/notesMaster" Target="/ppt/notesMasters/notesMaster1.xml" Id="R796dda7f1bf84b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ad2636b4fd4bea" /><Relationship Type="http://schemas.openxmlformats.org/officeDocument/2006/relationships/notesMaster" Target="/ppt/notesMasters/notesMaster1.xml" Id="Rd8c1158eaa9042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本页为封面，介绍主题：人工智能主要算法的分类、功能侧重与应用场景。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本页给出全篇结构，共十个部分。</a:t>
            </a:r>
          </a:p>
          <a:p xmlns:a="http://schemas.openxmlformats.org/drawingml/2006/main">
            <a:r>
              <a:t>内容按学习范式展开，最后给出按任务选型与趋势总结。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监督、无监督、半/自监督、强化是四种基本学习范式。</a:t>
            </a:r>
          </a:p>
          <a:p xmlns:a="http://schemas.openxmlformats.org/drawingml/2006/main">
            <a:r>
              <a:t>深度学习是架构层，集成与进化算法是优化/组合策略。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这一部分聚焦传统监督学习中的回归与基础分类模型。</a:t>
            </a:r>
          </a:p>
          <a:p xmlns:a="http://schemas.openxmlformats.org/drawingml/2006/main">
            <a:r>
              <a:t>线性模型可解释性强，SVM 适合高维小样本，决策树提供规则。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树模型与梯度提升是结构化数据场景的主力。</a:t>
            </a:r>
          </a:p>
          <a:p xmlns:a="http://schemas.openxmlformats.org/drawingml/2006/main">
            <a:r>
              <a:t>GBDT 系列（XGBoost / LightGBM / CatBoost）在实际项目中精度与稳健性俱佳。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无监督学习用于没有标签的数据探索。</a:t>
            </a:r>
          </a:p>
          <a:p xmlns:a="http://schemas.openxmlformats.org/drawingml/2006/main">
            <a:r>
              <a:t>聚类发现分组，降维压缩特征，关联规则发现共现模式。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半监督学习利用少量标注与大量无标注数据。</a:t>
            </a:r>
          </a:p>
          <a:p xmlns:a="http://schemas.openxmlformats.org/drawingml/2006/main">
            <a:r>
              <a:t>自监督学习（对比学习、掩码建模）是现代大模型预训练的核心。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强化学习通过奖励信号学习最优策略。</a:t>
            </a:r>
          </a:p>
          <a:p xmlns:a="http://schemas.openxmlformats.org/drawingml/2006/main">
            <a:r>
              <a:t>PPO、SAC 是当前机器人、游戏与 RLHF 对齐的主流选择。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深度学习从 CNN/RNN 演进到 Transformer 与预训练大模型。</a:t>
            </a:r>
          </a:p>
          <a:p xmlns:a="http://schemas.openxmlformats.org/drawingml/2006/main">
            <a:r>
              <a:t>生成式模型以 Diffusion 与 LLM 为核心。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集成学习组合多模型，进化与群体智能用于优化搜索。</a:t>
            </a:r>
          </a:p>
          <a:p xmlns:a="http://schemas.openxmlformats.org/drawingml/2006/main">
            <a:r>
              <a:t>迁移、联邦、元学习解决数据稀缺与隐私约束问题。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按任务选择算法，优先考虑成熟的基线方法。</a:t>
            </a:r>
          </a:p>
          <a:p xmlns:a="http://schemas.openxmlformats.org/drawingml/2006/main">
            <a:r>
              <a:t>表格数据用树模型，图像/文本用深度学习与大模型，控制用强化学习。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总结当前 AI 算法趋势，并给出选型建议。</a:t>
            </a:r>
          </a:p>
          <a:p xmlns:a="http://schemas.openxmlformats.org/drawingml/2006/main">
            <a:r>
              <a:t>从任务出发选择基线，再结合数据规模、解释性和资源约束做选择。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193fa7ea744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eb773094b04319" /><Relationship Type="http://schemas.openxmlformats.org/officeDocument/2006/relationships/slideLayout" Target="/ppt/slideLayouts/slideLayout1.xml" Id="Ra6481eb06d9346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481eb06d9346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2d62961a24feb" /><Relationship Type="http://schemas.openxmlformats.org/officeDocument/2006/relationships/notesSlide" Target="/ppt/notesSlides/notesSlide1.xml" Id="R7c4c0a3685ff46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271e3703e4733" /><Relationship Type="http://schemas.openxmlformats.org/officeDocument/2006/relationships/notesSlide" Target="/ppt/notesSlides/notesSlide2.xml" Id="Re2da3d665ec946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740aaeeec4537" /><Relationship Type="http://schemas.openxmlformats.org/officeDocument/2006/relationships/notesSlide" Target="/ppt/notesSlides/notesSlide3.xml" Id="Rff531383ca484c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db5c67e554978" /><Relationship Type="http://schemas.openxmlformats.org/officeDocument/2006/relationships/notesSlide" Target="/ppt/notesSlides/notesSlide4.xml" Id="R3fff3ca3ef3f48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a137e55a2450c" /><Relationship Type="http://schemas.openxmlformats.org/officeDocument/2006/relationships/notesSlide" Target="/ppt/notesSlides/notesSlide5.xml" Id="Rce6d1f6f2ddd45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e0ddf52b74b44" /><Relationship Type="http://schemas.openxmlformats.org/officeDocument/2006/relationships/notesSlide" Target="/ppt/notesSlides/notesSlide6.xml" Id="R738b2ab8f1f84f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b93da5fcc4f7d" /><Relationship Type="http://schemas.openxmlformats.org/officeDocument/2006/relationships/notesSlide" Target="/ppt/notesSlides/notesSlide7.xml" Id="R1f5d8396d53449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8fd8332294443" /><Relationship Type="http://schemas.openxmlformats.org/officeDocument/2006/relationships/notesSlide" Target="/ppt/notesSlides/notesSlide8.xml" Id="R8ad65a66ae5b40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ffa192b834252" /><Relationship Type="http://schemas.openxmlformats.org/officeDocument/2006/relationships/notesSlide" Target="/ppt/notesSlides/notesSlide9.xml" Id="R571b78906b0141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cc09b4bb1415e" /><Relationship Type="http://schemas.openxmlformats.org/officeDocument/2006/relationships/notesSlide" Target="/ppt/notesSlides/notesSlide10.xml" Id="Rd6c47a46fec44f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a53efe5374767" /><Relationship Type="http://schemas.openxmlformats.org/officeDocument/2006/relationships/notesSlide" Target="/ppt/notesSlides/notesSlide11.xml" Id="R35995b92ea894b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4a606f67e4b5d" /><Relationship Type="http://schemas.openxmlformats.org/officeDocument/2006/relationships/notesSlide" Target="/ppt/notesSlides/notesSlide12.xml" Id="Rf6767c994f7842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D548B-D915-46F0-8F53-8FF39555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AI 算法全景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7DCFC-A08D-45F6-BF48-60C6540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人工智能主要算法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分类与应用场景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9A1CB-FD49-40D1-9AE7-98C2EC7C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6AF9B-A5D6-4476-88E7-0E3370DE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学习范式 · 功能侧重 · 典型应用场景</a:t>
            </a:r>
          </a:p>
          <a:p xmlns:a="http://schemas.openxmlformats.org/drawingml/2006/main"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监督 / 无监督 / 强化 / 深度学习 / 集成</a:t>
            </a:r>
          </a:p>
        </p:txBody>
      </p:sp>
    </p:spTree>
    <p:extLst>
      <p:ext uri="{BB962C8B-B14F-4D97-AF65-F5344CB8AC3E}">
        <p14:creationId xmlns:p14="http://schemas.microsoft.com/office/powerpoint/2010/main" val="10280496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3FE94-D1AB-4469-823C-9D31495B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内容脉络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6DA7E-233F-4654-AECA-2525C7D4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11A4F-7524-4A48-AA40-8571CA22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820400" cy="48196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1333500"/>
                <a:gridCol w="948690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序号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内容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分类总览：八大学习范式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监督学习·上：回归与基础分类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监督学习·下：树模型与集成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无监督学习：聚类、降维与关联规则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半监督 / 自监督学习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强化学习：决策与控制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深度学习架构与生成模型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集成 · 进化 · 迁移 / 联邦 / 元学习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按任务选型速查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当前趋势与选型建议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585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17FA1-E64E-4385-B31F-42F3BC03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分类总览：八大学习范式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19B3C-FD7D-4971-94FE-C2D8279A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4C8AD-C3E2-4763-9EFA-B4527B0C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820400" cy="48196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000250"/>
                <a:gridCol w="3810000"/>
                <a:gridCol w="5010150"/>
              </a:tblGrid>
              <a:tr h="53551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学习范式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核心思路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代表算法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监督学习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有标注数据，学习输入到输出映射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回归、分类、树模型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无监督学习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无标签，发现数据结构与分布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聚类、降维、关联规则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半监督学习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少量标注 + 大量无标注数据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伪标签、协同训练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自监督学习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从数据自身构造监督信号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对比学习、掩码预测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强化学习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交互试错，最大化长期奖励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Q-Learning、PPO、SAC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深度学习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多层网络自动提取层级特征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CNN、LSTM、Transformer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集成学习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组合多模型提升稳健性与精度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Bagging、Boosting、Stacking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进化 / 群体智能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模拟自然进化与群体寻优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遗传、粒子群、蚁群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7905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8E9EB-3105-4FB7-BB05-DBC94AAB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监督学习·上：回归与基础分类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FCAE5-B412-458F-892A-F53E2320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41407-45F0-42FD-9AA8-CD4A64B7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820400" cy="48196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286000"/>
                <a:gridCol w="3429000"/>
                <a:gridCol w="5105400"/>
              </a:tblGrid>
              <a:tr h="68852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算法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功能侧重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典型应用场景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</a:tr>
              <a:tr h="6885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线性回归 / 岭回归 / Lasso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预测连续数值，Lasso 可做特征选择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房价、销量、负荷预测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85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逻辑回归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输出类别概率，可解释性强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信用评分、疾病风险、流失预测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85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KNN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距离近者相似，无显式训练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小样本分类、推荐冷启动、异常检测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85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朴素贝叶斯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条件独立假设，适合高维稀疏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垃圾邮件、文本情感分类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85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支持向量机 SVM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最大化分类间隔，擅长高维小样本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文本分类、图像分类、生物信息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85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决策树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可解释的规则型分类与回归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风控规则、医学诊断辅助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6233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58FAD-B77F-4EC6-BC4F-A586A3BA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监督学习·下：树模型与集成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8CD08-F920-4253-96D5-C37B77D2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A8080-D480-480C-9D32-D5FFA09C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820400" cy="48196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286000"/>
                <a:gridCol w="3429000"/>
                <a:gridCol w="5105400"/>
              </a:tblGrid>
              <a:tr h="68852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算法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功能侧重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典型应用场景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</a:tr>
              <a:tr h="6885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随机森林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Bagging 多决策树，抗过拟合、稳定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特征重要性分析、工业预测、风控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85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AdaBoost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串行纠错，关注难分类样本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二分类、人脸检测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85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GBDT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梯度提升，逐步拟合残差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回归、排序、风控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85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XGBoost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工程化 GBDT，精度高、速度快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结构化数据竞赛、CTR 预估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85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LightGBM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直方图加速，适合大规模数据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大样本推荐排序、金融预测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85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CatBoost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自动处理类别特征，泛化好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含类别变量的表格数据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58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61394-3A2B-474B-BC2F-CBBFD24D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无监督学习：聚类、降维与关联规则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AD367-4818-4D8C-9BF9-71FC939E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67814-C0C7-4AAB-9FF2-A8F6A405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820400" cy="48196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190750"/>
                <a:gridCol w="3429000"/>
                <a:gridCol w="5200650"/>
              </a:tblGrid>
              <a:tr h="53551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算法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功能侧重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典型应用场景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K-Means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快速硬聚类，需指定簇数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客户分群、市场细分、图像压缩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层次聚类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生成树状层级，无需预设簇数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基因聚类、文档主题分层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DBSCAN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基于密度，发现任意形状与噪声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地理热点、轨迹聚类、异常检测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高斯混合模型 GMM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软聚类，给出概率归属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语音建模、图像分割、分布拟合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PCA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线性降维，保留最大方差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特征压缩、去噪、可视化预处理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t-SNE / UMAP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非线性降维，突出局部结构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高维数据可视化、嵌入探索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自编码器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学习低维表示，可去噪重构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异常检测、图像去噪、特征提取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Apriori / FP-Growth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挖掘频繁项集与关联规则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购物篮分析、商品组合推荐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522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7A06B-C086-4F89-BFDC-741CC66F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半监督 / 自监督学习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F8FA1-8A36-4396-9CF6-FCFA8D52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DC959-FBAE-4011-A711-B1F1A9AB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820400" cy="48196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190750"/>
                <a:gridCol w="3619500"/>
                <a:gridCol w="5010150"/>
              </a:tblGrid>
              <a:tr h="8032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功能侧重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典型应用场景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</a:tr>
              <a:tr h="8032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自训练 / 伪标签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用模型预测扩充标注集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标注成本高的分类任务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2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协同训练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多视图互相标注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网页数据、多模态数据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2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图标签传播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沿图结构扩散标签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社交网络、知识图谱分类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2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对比学习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拉近相似样本、推远不相似样本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视觉 / 文本表示预训练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2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掩码建模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预测被掩盖的 token 或 patch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BERT、MAE 等预训练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2470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00146-1C1B-4B67-A2C6-EB9D9284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强化学习：决策与控制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02EA1-3CD7-44CF-9C16-915C8E97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35045-8323-4CB2-95FE-2C562207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820400" cy="48196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190750"/>
                <a:gridCol w="3619500"/>
                <a:gridCol w="5010150"/>
              </a:tblGrid>
              <a:tr h="60245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算法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功能侧重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典型应用场景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Q-Learning / SARSA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表格型价值函数学习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迷宫、简单决策控制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DQN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深度网络近似 Q 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游戏、高维状态决策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REINFORCE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基础策略梯度，直接优化策略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教学、简单策略优化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PPO / TRPO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稳定高效的主流策略优化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机器人控制、游戏、RLHF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A2C / A3C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Actor-Critic 结合价值与策略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连续控制、并行训练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SAC / TD3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面向连续动作空间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机械臂、自动驾驶、仿真机器人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AlphaZero / MuZero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结合搜索与模型学习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围棋、象棋、复杂规划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9129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2B486-1067-40BC-9BA7-D4000484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深度学习架构与生成模型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98474-9E0C-4760-AB25-CEAB92E5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C251C-04F7-463F-9395-562B3E60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820400" cy="48196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095500"/>
                <a:gridCol w="3619500"/>
                <a:gridCol w="5105400"/>
              </a:tblGrid>
              <a:tr h="53551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架构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功能侧重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典型应用场景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MLP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基础前馈网络，通用非线性映射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结构化数据、基础分类回归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CNN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提取图像局部空间特征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图像分类、目标检测、人脸识别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RNN / LSTM / GRU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建模时间序列与上下文依赖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语音识别、时间序列预测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Transformer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全局依赖、可并行、长距离建模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NLP、机器翻译、大模型底座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GNN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处理图结构数据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分子预测、知识图谱、推荐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GAN / VAE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生成样本与隐变量表示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图像生成、风格迁移、数据增强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Diffusion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高质量图像生成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文生图、图像编辑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GPT / BERT / ViT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预训练 + 微调的通用表示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对话、代码生成、多模态理解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4831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65E1A-0F3D-4A4A-AB9B-AFD2E0B9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集成 · 进化 · 迁移 / 联邦 / 元学习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66412-C9EA-4E06-98CF-261A4570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2F8DB-9990-40AF-927B-F6983EC2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820400" cy="48196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381250"/>
                <a:gridCol w="3429000"/>
                <a:gridCol w="5010150"/>
              </a:tblGrid>
              <a:tr h="53551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功能侧重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典型应用场景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Bagging（随机森林）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并行训练，降低方差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高方差模型、表格数据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Boosting（GBDT 系列）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串行纠错，降低偏差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风控、排序、竞赛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Stacking / Blending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用元模型融合多模型输出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多模型集成优化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遗传算法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全局搜索，处理组合优化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路径规划、参数寻优、调度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粒子群 / 蚁群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连续寻优 / 路径优化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超参调优、物流路径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迁移学习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复用预训练模型知识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小样本图像 / 文本微调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联邦学习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多方数据不出本地联合训练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医疗、金融隐私场景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元学习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学习“如何快速学习”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少样本学习、快速适配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2139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1C72A-73DB-408F-A024-84E5345E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按任务选型速查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9F6DB-737C-4561-B400-A0430D2D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57B82-9662-450C-9628-C7A76898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820400" cy="48196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2286000"/>
                <a:gridCol w="3429000"/>
                <a:gridCol w="5105400"/>
              </a:tblGrid>
              <a:tr h="53551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优先考虑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一句话理由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表格数据预测 / 分类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XGBoost、LightGBM、CatBoost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精度与稳健性俱佳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图像分类 / 检测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CNN、ViT、YOLO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强空间特征提取能力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自然语言理解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BERT、现代大模型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通用语义表示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文本生成 / 对话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GPT 类大模型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长程生成与指令跟随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图像生成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Diffusion、GAN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高质量、多样本生成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时间序列预测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LSTM / GRU、Transformer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捕捉时序依赖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机器人 / 游戏 / 控制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PPO、SAC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长程决策与连续控制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551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聚类 / 无标签探索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K-Means、DBSCAN、PCA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发现结构与降维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24247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CFEF5-47FC-4E6F-864B-EA53E760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当前趋势与选型建议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2D981-0039-4527-95E7-AFAA87B6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69B76-76DD-4B39-931B-4A7E90F2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298C3-562E-46F0-9CAC-206611C0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•  结构化数据仍是树模型的主场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7A0C6-0B89-4D7C-9802-2DB6392C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•  Transformer + 预训练大模型成为通用底座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208E5-C89F-4165-B3E0-F6C72A06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•  Diffusion 与 LLM 主导生成式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21BC5-C855-4CBD-8C0F-1FA245F0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•  强化学习聚焦机器人、决策控制与 RLHF 对齐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FEDF1-A7FC-457D-B020-BDB0AECA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EDD25-8A74-42EE-ADCD-D4508083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</a:defRPr>
            </a:pPr>
            <a:r>
              <a:rPr sz="1650" b="0">
                <a:solidFill>
                  <a:srgbClr val="666666"/>
                </a:solidFill>
              </a:rPr>
              <a:t>先按任务选基线，再用数据规模与可解释性收敛到具体算法。</a:t>
            </a:r>
          </a:p>
        </p:txBody>
      </p:sp>
    </p:spTree>
    <p:extLst>
      <p:ext uri="{BB962C8B-B14F-4D97-AF65-F5344CB8AC3E}">
        <p14:creationId xmlns:p14="http://schemas.microsoft.com/office/powerpoint/2010/main" val="731343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2026-08-18T03:01:23.8460000Z</dcterms:created>
  <dcterms:modified xsi:type="dcterms:W3CDTF">2026-08-18T03:01:23.8460000Z</dcterms:modified>
</coreProperties>
</file>