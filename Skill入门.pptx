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d9e164a91452e" /><Relationship Type="http://schemas.openxmlformats.org/officeDocument/2006/relationships/extended-properties" Target="/docProps/app.xml" Id="R78780631b5024d27" /><Relationship Type="http://schemas.openxmlformats.org/officeDocument/2006/relationships/officeDocument" Target="/ppt/presentation.xml" Id="Rfabc9107f14448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8d6c29a764426"/>
  </p:sldMasterIdLst>
  <p:notesMasterIdLst>
    <p:notesMasterId xmlns:r="http://schemas.openxmlformats.org/officeDocument/2006/relationships" r:id="Rd993c08cdb524764"/>
  </p:notesMasterIdLst>
  <p:sldIdLst>
    <p:sldId xmlns:r="http://schemas.openxmlformats.org/officeDocument/2006/relationships" id="256" r:id="R99bbbf4caf834a1f"/>
    <p:sldId xmlns:r="http://schemas.openxmlformats.org/officeDocument/2006/relationships" id="257" r:id="R4d7f0643df2c4954"/>
    <p:sldId xmlns:r="http://schemas.openxmlformats.org/officeDocument/2006/relationships" id="258" r:id="Rbb3c2322e252493d"/>
    <p:sldId xmlns:r="http://schemas.openxmlformats.org/officeDocument/2006/relationships" id="259" r:id="Ra960fd96878b4686"/>
    <p:sldId xmlns:r="http://schemas.openxmlformats.org/officeDocument/2006/relationships" id="260" r:id="R866d7c0d5f564b9f"/>
    <p:sldId xmlns:r="http://schemas.openxmlformats.org/officeDocument/2006/relationships" id="261" r:id="R8d5be37da4f94556"/>
    <p:sldId xmlns:r="http://schemas.openxmlformats.org/officeDocument/2006/relationships" id="262" r:id="Rce6ee439ea0f4e74"/>
    <p:sldId xmlns:r="http://schemas.openxmlformats.org/officeDocument/2006/relationships" id="263" r:id="R74570a4778954ad7"/>
    <p:sldId xmlns:r="http://schemas.openxmlformats.org/officeDocument/2006/relationships" id="264" r:id="Rf6d0a233257f4dd1"/>
    <p:sldId xmlns:r="http://schemas.openxmlformats.org/officeDocument/2006/relationships" id="265" r:id="Rfc385e73c4f84c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bcfa391c340a7" /><Relationship Type="http://schemas.openxmlformats.org/officeDocument/2006/relationships/slideMaster" Target="/ppt/slideMasters/slideMaster1.xml" Id="Reae8d6c29a764426" /><Relationship Type="http://schemas.openxmlformats.org/officeDocument/2006/relationships/notesMaster" Target="/ppt/notesMasters/notesMaster1.xml" Id="Rd993c08cdb524764" /><Relationship Type="http://schemas.openxmlformats.org/officeDocument/2006/relationships/presProps" Target="/ppt/presProps.xml" Id="R0a5e0fd4e03d4274" /><Relationship Type="http://schemas.openxmlformats.org/officeDocument/2006/relationships/tableStyles" Target="/ppt/tableStyles.xml" Id="R3c48b9b8251a4b09" /><Relationship Type="http://schemas.openxmlformats.org/officeDocument/2006/relationships/slide" Target="/ppt/slides/slide1.xml" Id="R99bbbf4caf834a1f" /><Relationship Type="http://schemas.openxmlformats.org/officeDocument/2006/relationships/slide" Target="/ppt/slides/slide2.xml" Id="R4d7f0643df2c4954" /><Relationship Type="http://schemas.openxmlformats.org/officeDocument/2006/relationships/slide" Target="/ppt/slides/slide3.xml" Id="Rbb3c2322e252493d" /><Relationship Type="http://schemas.openxmlformats.org/officeDocument/2006/relationships/slide" Target="/ppt/slides/slide4.xml" Id="Ra960fd96878b4686" /><Relationship Type="http://schemas.openxmlformats.org/officeDocument/2006/relationships/slide" Target="/ppt/slides/slide5.xml" Id="R866d7c0d5f564b9f" /><Relationship Type="http://schemas.openxmlformats.org/officeDocument/2006/relationships/slide" Target="/ppt/slides/slide6.xml" Id="R8d5be37da4f94556" /><Relationship Type="http://schemas.openxmlformats.org/officeDocument/2006/relationships/slide" Target="/ppt/slides/slide7.xml" Id="Rce6ee439ea0f4e74" /><Relationship Type="http://schemas.openxmlformats.org/officeDocument/2006/relationships/slide" Target="/ppt/slides/slide8.xml" Id="R74570a4778954ad7" /><Relationship Type="http://schemas.openxmlformats.org/officeDocument/2006/relationships/slide" Target="/ppt/slides/slide9.xml" Id="Rf6d0a233257f4dd1" /><Relationship Type="http://schemas.openxmlformats.org/officeDocument/2006/relationships/slide" Target="/ppt/slides/slide10.xml" Id="Rfc385e73c4f8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d9372a608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415eae63f54871" /><Relationship Type="http://schemas.openxmlformats.org/officeDocument/2006/relationships/notesMaster" Target="/ppt/notesMasters/notesMaster1.xml" Id="R2932ae08c3cd4f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2f38766c8b4191" /><Relationship Type="http://schemas.openxmlformats.org/officeDocument/2006/relationships/notesMaster" Target="/ppt/notesMasters/notesMaster1.xml" Id="R11035483f0e74c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da06f78b4344d1" /><Relationship Type="http://schemas.openxmlformats.org/officeDocument/2006/relationships/notesMaster" Target="/ppt/notesMasters/notesMaster1.xml" Id="R1de24146e51a4e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06a6e7bab7409a" /><Relationship Type="http://schemas.openxmlformats.org/officeDocument/2006/relationships/notesMaster" Target="/ppt/notesMasters/notesMaster1.xml" Id="Rf2e0c477a178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2fa14e2e8348b5" /><Relationship Type="http://schemas.openxmlformats.org/officeDocument/2006/relationships/notesMaster" Target="/ppt/notesMasters/notesMaster1.xml" Id="R4a3e8f32ea61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50b292ab44c40" /><Relationship Type="http://schemas.openxmlformats.org/officeDocument/2006/relationships/notesMaster" Target="/ppt/notesMasters/notesMaster1.xml" Id="R315b81cf7a4048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f1c58060e7448c" /><Relationship Type="http://schemas.openxmlformats.org/officeDocument/2006/relationships/notesMaster" Target="/ppt/notesMasters/notesMaster1.xml" Id="Rf2ca5175e1e749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a4ced798ba4eb2" /><Relationship Type="http://schemas.openxmlformats.org/officeDocument/2006/relationships/notesMaster" Target="/ppt/notesMasters/notesMaster1.xml" Id="Rb221f07bd5ae49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b0ea5344f4160" /><Relationship Type="http://schemas.openxmlformats.org/officeDocument/2006/relationships/notesMaster" Target="/ppt/notesMasters/notesMaster1.xml" Id="Re4c1730996354e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1df462c2624d2e" /><Relationship Type="http://schemas.openxmlformats.org/officeDocument/2006/relationships/notesMaster" Target="/ppt/notesMasters/notesMaster1.xml" Id="R7b990566f3624d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2b090f9ed48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33443c49d84864" /><Relationship Type="http://schemas.openxmlformats.org/officeDocument/2006/relationships/slideLayout" Target="/ppt/slideLayouts/slideLayout1.xml" Id="R12eda47f5b1c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eda47f5b1c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3c3062b81471d" /><Relationship Type="http://schemas.openxmlformats.org/officeDocument/2006/relationships/notesSlide" Target="/ppt/notesSlides/notesSlide1.xml" Id="R5b19c13d4144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177089bff4cab" /><Relationship Type="http://schemas.openxmlformats.org/officeDocument/2006/relationships/notesSlide" Target="/ppt/notesSlides/notesSlide2.xml" Id="Ra6209055b27a46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857e8fc9e4598" /><Relationship Type="http://schemas.openxmlformats.org/officeDocument/2006/relationships/notesSlide" Target="/ppt/notesSlides/notesSlide3.xml" Id="Ra216b6a9499844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4b366089a4de7" /><Relationship Type="http://schemas.openxmlformats.org/officeDocument/2006/relationships/notesSlide" Target="/ppt/notesSlides/notesSlide4.xml" Id="R17618d068c81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5ec59469345d4" /><Relationship Type="http://schemas.openxmlformats.org/officeDocument/2006/relationships/notesSlide" Target="/ppt/notesSlides/notesSlide5.xml" Id="Rc672523bf45b42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b54b98ceb4fdc" /><Relationship Type="http://schemas.openxmlformats.org/officeDocument/2006/relationships/notesSlide" Target="/ppt/notesSlides/notesSlide6.xml" Id="R2c35e3c91f8647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9f471276345d6" /><Relationship Type="http://schemas.openxmlformats.org/officeDocument/2006/relationships/notesSlide" Target="/ppt/notesSlides/notesSlide7.xml" Id="R3e8826fd29a244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a60209f6a4dc4" /><Relationship Type="http://schemas.openxmlformats.org/officeDocument/2006/relationships/notesSlide" Target="/ppt/notesSlides/notesSlide8.xml" Id="R555c1546d37b4e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1ee5a2a1b448e" /><Relationship Type="http://schemas.openxmlformats.org/officeDocument/2006/relationships/notesSlide" Target="/ppt/notesSlides/notesSlide9.xml" Id="R0ee8b6d800e24a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573c682704e9d" /><Relationship Type="http://schemas.openxmlformats.org/officeDocument/2006/relationships/notesSlide" Target="/ppt/notesSlides/notesSlide10.xml" Id="R12d0c354d98446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02C4049-349E-4FC9-A075-578EE272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Skill 基础 · 学习材料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4005D5-98B5-4A2F-8C03-10C6D8C0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技能（Skill）入门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F729FB1-02AB-4024-AAC7-079726D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基本概念 · 爬虫技能 · 与 Agent 的区别 · 开发方法</a:t>
            </a:r>
          </a:p>
        </p:txBody>
      </p:sp>
      <p:sp>
        <p:nvSpPr>
          <p:cNvPr id="4" name="cover-note">
            <a:extLst xmlns:a="http://schemas.openxmlformats.org/drawingml/2006/main">
              <a:ext uri="{FF2B5EF4-FFF2-40B4-BE49-F238E27FC236}">
                <a16:creationId xmlns:a16="http://schemas.microsoft.com/office/drawing/2014/main" id="{934D907D-0FBF-4E65-8A54-94976D97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一份面向初学者的 Agent Skill 知识概览</a:t>
            </a:r>
          </a:p>
        </p:txBody>
      </p:sp>
      <p:sp>
        <p:nvSpPr>
          <p:cNvPr id="5" name="cover-nest">
            <a:extLst xmlns:a="http://schemas.openxmlformats.org/drawingml/2006/main">
              <a:ext uri="{FF2B5EF4-FFF2-40B4-BE49-F238E27FC236}">
                <a16:creationId xmlns:a16="http://schemas.microsoft.com/office/drawing/2014/main" id="{E9C38746-9814-42C0-A675-E9F0B04B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ABFD3F9C-EE1B-4B42-8C35-80B3689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695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7" name="cover-nest">
            <a:extLst xmlns:a="http://schemas.openxmlformats.org/drawingml/2006/main">
              <a:ext uri="{FF2B5EF4-FFF2-40B4-BE49-F238E27FC236}">
                <a16:creationId xmlns:a16="http://schemas.microsoft.com/office/drawing/2014/main" id="{C8CC1C29-2958-47DE-B608-10C1E59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02540554-3545-49AE-8429-20A499C7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Skill（技能）</a:t>
            </a:r>
          </a:p>
        </p:txBody>
      </p:sp>
      <p:sp>
        <p:nvSpPr>
          <p:cNvPr id="9" name="cover-nest">
            <a:extLst xmlns:a="http://schemas.openxmlformats.org/drawingml/2006/main">
              <a:ext uri="{FF2B5EF4-FFF2-40B4-BE49-F238E27FC236}">
                <a16:creationId xmlns:a16="http://schemas.microsoft.com/office/drawing/2014/main" id="{BE064C6A-AA23-41DB-B23D-1410E31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C91D5172-F12E-437C-8DB6-2C7E8CA0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SKILL.md + 脚本</a:t>
            </a:r>
          </a:p>
        </p:txBody>
      </p:sp>
      <p:sp>
        <p:nvSpPr>
          <p:cNvPr id="11" name="cover-nest">
            <a:extLst xmlns:a="http://schemas.openxmlformats.org/drawingml/2006/main">
              <a:ext uri="{FF2B5EF4-FFF2-40B4-BE49-F238E27FC236}">
                <a16:creationId xmlns:a16="http://schemas.microsoft.com/office/drawing/2014/main" id="{CF20DE05-61EA-47B2-8782-21E7C3F4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cover-nest-label">
            <a:extLst xmlns:a="http://schemas.openxmlformats.org/drawingml/2006/main">
              <a:ext uri="{FF2B5EF4-FFF2-40B4-BE49-F238E27FC236}">
                <a16:creationId xmlns:a16="http://schemas.microsoft.com/office/drawing/2014/main" id="{B7BD22AB-9DCC-4654-B6B5-9DD9C495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按需触发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22C40E-4707-4B84-A85F-A0DDB2E0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97A7FCE-49A0-48A2-967A-45F2AAD0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60711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277F3542-6ADE-44B1-AFFD-009CC4B1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72FD59-2D4A-4008-B221-96370B53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这份材料会带你了解四件事</a:t>
            </a:r>
          </a:p>
        </p:txBody>
      </p:sp>
      <p:sp>
        <p:nvSpPr>
          <p:cNvPr id="3" name="agenda-num">
            <a:extLst xmlns:a="http://schemas.openxmlformats.org/drawingml/2006/main">
              <a:ext uri="{FF2B5EF4-FFF2-40B4-BE49-F238E27FC236}">
                <a16:creationId xmlns:a16="http://schemas.microsoft.com/office/drawing/2014/main" id="{F46ABAA5-EDC0-44EF-9609-B40B9FDB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BCA29D56-9D3C-4692-BD8A-3E58759F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什么是 Skill</a:t>
            </a:r>
          </a:p>
        </p:txBody>
      </p:sp>
      <p:sp>
        <p:nvSpPr>
          <p:cNvPr id="5" name="agenda-desc">
            <a:extLst xmlns:a="http://schemas.openxmlformats.org/drawingml/2006/main">
              <a:ext uri="{FF2B5EF4-FFF2-40B4-BE49-F238E27FC236}">
                <a16:creationId xmlns:a16="http://schemas.microsoft.com/office/drawing/2014/main" id="{F24BF38F-F389-4C17-AE76-EED520EB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定义、类比，以及 SKILL.md 与目录结构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3B65968-4D6C-41D6-A125-4BC7852E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da-num">
            <a:extLst xmlns:a="http://schemas.openxmlformats.org/drawingml/2006/main">
              <a:ext uri="{FF2B5EF4-FFF2-40B4-BE49-F238E27FC236}">
                <a16:creationId xmlns:a16="http://schemas.microsoft.com/office/drawing/2014/main" id="{020B8E42-1BEE-45D7-948E-2B3C484F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01532D0E-AC65-4F65-9AEB-A9F189B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爬虫 Skill 有哪些</a:t>
            </a:r>
          </a:p>
        </p:txBody>
      </p:sp>
      <p:sp>
        <p:nvSpPr>
          <p:cNvPr id="9" name="agenda-desc">
            <a:extLst xmlns:a="http://schemas.openxmlformats.org/drawingml/2006/main">
              <a:ext uri="{FF2B5EF4-FFF2-40B4-BE49-F238E27FC236}">
                <a16:creationId xmlns:a16="http://schemas.microsoft.com/office/drawing/2014/main" id="{08D40C92-BBF8-4E71-AD4B-0482E52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Firecrawl、Playwright、浏览器自动化等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5ADA0B1-0A1A-40F5-8203-155FEE8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">
            <a:extLst xmlns:a="http://schemas.openxmlformats.org/drawingml/2006/main">
              <a:ext uri="{FF2B5EF4-FFF2-40B4-BE49-F238E27FC236}">
                <a16:creationId xmlns:a16="http://schemas.microsoft.com/office/drawing/2014/main" id="{29F22C35-2007-4C83-92DE-AF92E1A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CCDA4ABC-EACA-4049-9E15-D3DCA0C2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与 Agent 的区别</a:t>
            </a:r>
          </a:p>
        </p:txBody>
      </p:sp>
      <p:sp>
        <p:nvSpPr>
          <p:cNvPr id="13" name="agenda-desc">
            <a:extLst xmlns:a="http://schemas.openxmlformats.org/drawingml/2006/main">
              <a:ext uri="{FF2B5EF4-FFF2-40B4-BE49-F238E27FC236}">
                <a16:creationId xmlns:a16="http://schemas.microsoft.com/office/drawing/2014/main" id="{A3C44096-A6DD-497A-9528-E14D297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能力包与决策主体，以及与 Tool、MCP 的关系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4EEDE0B-AC49-49F2-A56B-6B7C89E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">
            <a:extLst xmlns:a="http://schemas.openxmlformats.org/drawingml/2006/main">
              <a:ext uri="{FF2B5EF4-FFF2-40B4-BE49-F238E27FC236}">
                <a16:creationId xmlns:a16="http://schemas.microsoft.com/office/drawing/2014/main" id="{C4918597-458B-44BA-B5C0-D812178A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7F5A3F0F-99AC-4932-A15B-FD9C38D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如何开发一个 Skill</a:t>
            </a:r>
          </a:p>
        </p:txBody>
      </p:sp>
      <p:sp>
        <p:nvSpPr>
          <p:cNvPr id="17" name="agenda-desc">
            <a:extLst xmlns:a="http://schemas.openxmlformats.org/drawingml/2006/main">
              <a:ext uri="{FF2B5EF4-FFF2-40B4-BE49-F238E27FC236}">
                <a16:creationId xmlns:a16="http://schemas.microsoft.com/office/drawing/2014/main" id="{9674AC6A-48F0-4F39-B0E1-9420B80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从理解需求到初始化、编辑、验证、迭代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BCE4BB-A3C1-49EF-8681-8605DE8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D8B37D0-3B38-4A5A-BBC9-2051776D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59323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60A164F-A723-46F3-BE5B-5C793505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Skill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D2483C-8E75-47A1-86D7-CC2B342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是教 Agent 做某类任务的“SOP 手册”</a:t>
            </a:r>
          </a:p>
        </p:txBody>
      </p:sp>
      <p:sp>
        <p:nvSpPr>
          <p:cNvPr id="3" name="def-panel">
            <a:extLst xmlns:a="http://schemas.openxmlformats.org/drawingml/2006/main">
              <a:ext uri="{FF2B5EF4-FFF2-40B4-BE49-F238E27FC236}">
                <a16:creationId xmlns:a16="http://schemas.microsoft.com/office/drawing/2014/main" id="{E6D6793D-1E47-4F8A-BC17-F25EB8C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f-text">
            <a:extLst xmlns:a="http://schemas.openxmlformats.org/drawingml/2006/main">
              <a:ext uri="{FF2B5EF4-FFF2-40B4-BE49-F238E27FC236}">
                <a16:creationId xmlns:a16="http://schemas.microsoft.com/office/drawing/2014/main" id="{742D89C2-80D3-42D3-BF70-79021631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Skill（技能）是一个包含 SKILL.md 的目录，为 AI Agent 提供专门的知识、工作流程和工具，像一份“上岗指南 / SOP 手册”。</a:t>
            </a:r>
          </a:p>
        </p:txBody>
      </p:sp>
      <p:sp>
        <p:nvSpPr>
          <p:cNvPr id="5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5B6CBD95-47D1-48A5-9045-6BA0FB34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it-title">
            <a:extLst xmlns:a="http://schemas.openxmlformats.org/drawingml/2006/main">
              <a:ext uri="{FF2B5EF4-FFF2-40B4-BE49-F238E27FC236}">
                <a16:creationId xmlns:a16="http://schemas.microsoft.com/office/drawing/2014/main" id="{A48C4E36-0580-4C34-9B53-D301F9E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可复用知识</a:t>
            </a:r>
          </a:p>
        </p:txBody>
      </p:sp>
      <p:sp>
        <p:nvSpPr>
          <p:cNvPr id="7" name="trait-desc">
            <a:extLst xmlns:a="http://schemas.openxmlformats.org/drawingml/2006/main">
              <a:ext uri="{FF2B5EF4-FFF2-40B4-BE49-F238E27FC236}">
                <a16:creationId xmlns:a16="http://schemas.microsoft.com/office/drawing/2014/main" id="{F2F1F2F6-1F5E-4AE2-81AC-2A291BC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程序性知识与最佳实践</a:t>
            </a:r>
          </a:p>
        </p:txBody>
      </p:sp>
      <p:sp>
        <p:nvSpPr>
          <p:cNvPr id="8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4F1954C1-3ED0-460F-BC69-98787922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it-title">
            <a:extLst xmlns:a="http://schemas.openxmlformats.org/drawingml/2006/main">
              <a:ext uri="{FF2B5EF4-FFF2-40B4-BE49-F238E27FC236}">
                <a16:creationId xmlns:a16="http://schemas.microsoft.com/office/drawing/2014/main" id="{B86D9E9F-4250-4AD4-9347-B193736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工具封装</a:t>
            </a:r>
          </a:p>
        </p:txBody>
      </p:sp>
      <p:sp>
        <p:nvSpPr>
          <p:cNvPr id="10" name="trait-desc">
            <a:extLst xmlns:a="http://schemas.openxmlformats.org/drawingml/2006/main">
              <a:ext uri="{FF2B5EF4-FFF2-40B4-BE49-F238E27FC236}">
                <a16:creationId xmlns:a16="http://schemas.microsoft.com/office/drawing/2014/main" id="{E09D4C04-4BC8-46E8-993F-08249B8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脚本、API、浏览器等</a:t>
            </a:r>
          </a:p>
        </p:txBody>
      </p:sp>
      <p:sp>
        <p:nvSpPr>
          <p:cNvPr id="11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D387CC71-FF3C-42FE-B8EA-4FC18FA6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ait-title">
            <a:extLst xmlns:a="http://schemas.openxmlformats.org/drawingml/2006/main">
              <a:ext uri="{FF2B5EF4-FFF2-40B4-BE49-F238E27FC236}">
                <a16:creationId xmlns:a16="http://schemas.microsoft.com/office/drawing/2014/main" id="{E51F1DF0-E943-4937-9E6A-DE4DF9AD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按需触发</a:t>
            </a:r>
          </a:p>
        </p:txBody>
      </p:sp>
      <p:sp>
        <p:nvSpPr>
          <p:cNvPr id="13" name="trait-desc">
            <a:extLst xmlns:a="http://schemas.openxmlformats.org/drawingml/2006/main">
              <a:ext uri="{FF2B5EF4-FFF2-40B4-BE49-F238E27FC236}">
                <a16:creationId xmlns:a16="http://schemas.microsoft.com/office/drawing/2014/main" id="{B8FC57CD-88C8-4C14-8BD4-24971FD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description 决定何时使用</a:t>
            </a:r>
          </a:p>
        </p:txBody>
      </p:sp>
      <p:sp>
        <p:nvSpPr>
          <p:cNvPr id="14" name="trait-square">
            <a:extLst xmlns:a="http://schemas.openxmlformats.org/drawingml/2006/main">
              <a:ext uri="{FF2B5EF4-FFF2-40B4-BE49-F238E27FC236}">
                <a16:creationId xmlns:a16="http://schemas.microsoft.com/office/drawing/2014/main" id="{2E320764-1038-4B27-B51E-A0FFD4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it-title">
            <a:extLst xmlns:a="http://schemas.openxmlformats.org/drawingml/2006/main">
              <a:ext uri="{FF2B5EF4-FFF2-40B4-BE49-F238E27FC236}">
                <a16:creationId xmlns:a16="http://schemas.microsoft.com/office/drawing/2014/main" id="{201B311B-4577-4C59-83D9-2145D4B3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开放标准</a:t>
            </a:r>
          </a:p>
        </p:txBody>
      </p:sp>
      <p:sp>
        <p:nvSpPr>
          <p:cNvPr id="16" name="trait-desc">
            <a:extLst xmlns:a="http://schemas.openxmlformats.org/drawingml/2006/main">
              <a:ext uri="{FF2B5EF4-FFF2-40B4-BE49-F238E27FC236}">
                <a16:creationId xmlns:a16="http://schemas.microsoft.com/office/drawing/2014/main" id="{912C370B-E53B-43F1-B4A2-190C169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Claude / Codex / Cursor 通用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74D951-C50D-4A35-B28D-1E13C9F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95A1351-7F9D-4471-9CB2-8E7ED566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713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C84E31F0-377A-4D9C-B340-0E8A256C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Skill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25D345-EC31-40B4-A61D-86DAD80E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 Skill 的目录结构</a:t>
            </a:r>
          </a:p>
        </p:txBody>
      </p:sp>
      <p:sp>
        <p:nvSpPr>
          <p:cNvPr id="3" name="struct-square">
            <a:extLst xmlns:a="http://schemas.openxmlformats.org/drawingml/2006/main">
              <a:ext uri="{FF2B5EF4-FFF2-40B4-BE49-F238E27FC236}">
                <a16:creationId xmlns:a16="http://schemas.microsoft.com/office/drawing/2014/main" id="{F3AE7018-E498-41CF-85AA-3DD476A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724B8303-018E-43CA-8601-1F26FDD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SKILL.md</a:t>
            </a:r>
          </a:p>
        </p:txBody>
      </p:sp>
      <p:sp>
        <p:nvSpPr>
          <p:cNvPr id="5" name="struct-desc">
            <a:extLst xmlns:a="http://schemas.openxmlformats.org/drawingml/2006/main">
              <a:ext uri="{FF2B5EF4-FFF2-40B4-BE49-F238E27FC236}">
                <a16:creationId xmlns:a16="http://schemas.microsoft.com/office/drawing/2014/main" id="{04878153-C7E3-4AB8-A603-B21FC7B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name + description + 指令正文（必需）</a:t>
            </a:r>
          </a:p>
        </p:txBody>
      </p:sp>
      <p:sp>
        <p:nvSpPr>
          <p:cNvPr id="6" name="struct-square">
            <a:extLst xmlns:a="http://schemas.openxmlformats.org/drawingml/2006/main">
              <a:ext uri="{FF2B5EF4-FFF2-40B4-BE49-F238E27FC236}">
                <a16:creationId xmlns:a16="http://schemas.microsoft.com/office/drawing/2014/main" id="{0FBD8491-7937-48A2-B1EA-0A52E54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E2BCE5FE-5C87-49B0-8567-3C5A4574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agents/openai.yaml</a:t>
            </a:r>
          </a:p>
        </p:txBody>
      </p:sp>
      <p:sp>
        <p:nvSpPr>
          <p:cNvPr id="8" name="struct-desc">
            <a:extLst xmlns:a="http://schemas.openxmlformats.org/drawingml/2006/main">
              <a:ext uri="{FF2B5EF4-FFF2-40B4-BE49-F238E27FC236}">
                <a16:creationId xmlns:a16="http://schemas.microsoft.com/office/drawing/2014/main" id="{9BB3F3A3-5417-455A-ACC3-12FB156C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界面显示信息（可选）</a:t>
            </a:r>
          </a:p>
        </p:txBody>
      </p:sp>
      <p:sp>
        <p:nvSpPr>
          <p:cNvPr id="9" name="struct-square">
            <a:extLst xmlns:a="http://schemas.openxmlformats.org/drawingml/2006/main">
              <a:ext uri="{FF2B5EF4-FFF2-40B4-BE49-F238E27FC236}">
                <a16:creationId xmlns:a16="http://schemas.microsoft.com/office/drawing/2014/main" id="{DC69A766-2133-4364-994A-B0229F0E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3C0637E9-A2F7-4089-ADAA-E46593A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scripts/</a:t>
            </a:r>
          </a:p>
        </p:txBody>
      </p:sp>
      <p:sp>
        <p:nvSpPr>
          <p:cNvPr id="11" name="struct-desc">
            <a:extLst xmlns:a="http://schemas.openxmlformats.org/drawingml/2006/main">
              <a:ext uri="{FF2B5EF4-FFF2-40B4-BE49-F238E27FC236}">
                <a16:creationId xmlns:a16="http://schemas.microsoft.com/office/drawing/2014/main" id="{9C2E0084-7404-4F26-901A-2BE439DE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可执行脚本（Python / Bash）</a:t>
            </a:r>
          </a:p>
        </p:txBody>
      </p:sp>
      <p:sp>
        <p:nvSpPr>
          <p:cNvPr id="12" name="struct-square">
            <a:extLst xmlns:a="http://schemas.openxmlformats.org/drawingml/2006/main">
              <a:ext uri="{FF2B5EF4-FFF2-40B4-BE49-F238E27FC236}">
                <a16:creationId xmlns:a16="http://schemas.microsoft.com/office/drawing/2014/main" id="{2B887909-4EAF-4AB6-827D-06862B80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6FB19089-0999-4139-B320-9D7C4CA4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references/</a:t>
            </a:r>
          </a:p>
        </p:txBody>
      </p:sp>
      <p:sp>
        <p:nvSpPr>
          <p:cNvPr id="14" name="struct-desc">
            <a:extLst xmlns:a="http://schemas.openxmlformats.org/drawingml/2006/main">
              <a:ext uri="{FF2B5EF4-FFF2-40B4-BE49-F238E27FC236}">
                <a16:creationId xmlns:a16="http://schemas.microsoft.com/office/drawing/2014/main" id="{A68BE3E1-4672-4AF3-A0CF-EDC59F4B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按需加载的参考资料</a:t>
            </a:r>
          </a:p>
        </p:txBody>
      </p:sp>
      <p:sp>
        <p:nvSpPr>
          <p:cNvPr id="15" name="struct-square">
            <a:extLst xmlns:a="http://schemas.openxmlformats.org/drawingml/2006/main">
              <a:ext uri="{FF2B5EF4-FFF2-40B4-BE49-F238E27FC236}">
                <a16:creationId xmlns:a16="http://schemas.microsoft.com/office/drawing/2014/main" id="{A28BBF73-A1C3-4D31-A1D0-9EE0A2C1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BA2F3E09-E990-4E29-BA05-1ED4204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assets/</a:t>
            </a:r>
          </a:p>
        </p:txBody>
      </p:sp>
      <p:sp>
        <p:nvSpPr>
          <p:cNvPr id="17" name="struct-desc">
            <a:extLst xmlns:a="http://schemas.openxmlformats.org/drawingml/2006/main">
              <a:ext uri="{FF2B5EF4-FFF2-40B4-BE49-F238E27FC236}">
                <a16:creationId xmlns:a16="http://schemas.microsoft.com/office/drawing/2014/main" id="{9035A509-CE28-4B81-B00B-6AA34AB8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模板、图标、字体等资源</a:t>
            </a:r>
          </a:p>
        </p:txBody>
      </p:sp>
      <p:sp>
        <p:nvSpPr>
          <p:cNvPr id="18" name="struct-square">
            <a:extLst xmlns:a="http://schemas.openxmlformats.org/drawingml/2006/main">
              <a:ext uri="{FF2B5EF4-FFF2-40B4-BE49-F238E27FC236}">
                <a16:creationId xmlns:a16="http://schemas.microsoft.com/office/drawing/2014/main" id="{07670F41-5071-4E08-9CFA-CB5CD1D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51263286-9B64-4A79-AD88-4EFDBB6B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核心只有 SKILL.md</a:t>
            </a:r>
          </a:p>
        </p:txBody>
      </p:sp>
      <p:sp>
        <p:nvSpPr>
          <p:cNvPr id="20" name="struct-desc">
            <a:extLst xmlns:a="http://schemas.openxmlformats.org/drawingml/2006/main">
              <a:ext uri="{FF2B5EF4-FFF2-40B4-BE49-F238E27FC236}">
                <a16:creationId xmlns:a16="http://schemas.microsoft.com/office/drawing/2014/main" id="{C5B8A869-246F-4D29-AAD8-50F8829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其余文件按需补充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9FC99C-DAA8-4155-B48E-2A6FCFC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847984E-E9F7-4F5A-9A77-37B6AEC5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7585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84701F30-D84A-4508-865D-A968761C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 · 什么是 Skill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D96E8B-52C4-4810-8972-96989094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采用“渐进式披露”加载</a:t>
            </a:r>
          </a:p>
        </p:txBody>
      </p:sp>
      <p:sp>
        <p:nvSpPr>
          <p:cNvPr id="3" name="load-bar">
            <a:extLst xmlns:a="http://schemas.openxmlformats.org/drawingml/2006/main">
              <a:ext uri="{FF2B5EF4-FFF2-40B4-BE49-F238E27FC236}">
                <a16:creationId xmlns:a16="http://schemas.microsoft.com/office/drawing/2014/main" id="{39B7D1BF-43A3-47F1-9702-7AC7001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oad-term">
            <a:extLst xmlns:a="http://schemas.openxmlformats.org/drawingml/2006/main">
              <a:ext uri="{FF2B5EF4-FFF2-40B4-BE49-F238E27FC236}">
                <a16:creationId xmlns:a16="http://schemas.microsoft.com/office/drawing/2014/main" id="{FDB4330A-4484-4203-9763-E40E3BF8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元数据</a:t>
            </a:r>
          </a:p>
        </p:txBody>
      </p:sp>
      <p:sp>
        <p:nvSpPr>
          <p:cNvPr id="5" name="load-en">
            <a:extLst xmlns:a="http://schemas.openxmlformats.org/drawingml/2006/main">
              <a:ext uri="{FF2B5EF4-FFF2-40B4-BE49-F238E27FC236}">
                <a16:creationId xmlns:a16="http://schemas.microsoft.com/office/drawing/2014/main" id="{D2F037E3-C539-4C30-87A9-FDB5DECE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name + description</a:t>
            </a:r>
          </a:p>
        </p:txBody>
      </p:sp>
      <p:sp>
        <p:nvSpPr>
          <p:cNvPr id="6" name="load-desc">
            <a:extLst xmlns:a="http://schemas.openxmlformats.org/drawingml/2006/main">
              <a:ext uri="{FF2B5EF4-FFF2-40B4-BE49-F238E27FC236}">
                <a16:creationId xmlns:a16="http://schemas.microsoft.com/office/drawing/2014/main" id="{573F40F3-F051-4B4F-99DB-29BB1D7E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常驻上下文，约 100 词，决定是否触发。</a:t>
            </a:r>
          </a:p>
        </p:txBody>
      </p:sp>
      <p:sp>
        <p:nvSpPr>
          <p:cNvPr id="7" name="load-bar">
            <a:extLst xmlns:a="http://schemas.openxmlformats.org/drawingml/2006/main">
              <a:ext uri="{FF2B5EF4-FFF2-40B4-BE49-F238E27FC236}">
                <a16:creationId xmlns:a16="http://schemas.microsoft.com/office/drawing/2014/main" id="{34F9503C-79AC-4418-8352-85749F4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ad-term">
            <a:extLst xmlns:a="http://schemas.openxmlformats.org/drawingml/2006/main">
              <a:ext uri="{FF2B5EF4-FFF2-40B4-BE49-F238E27FC236}">
                <a16:creationId xmlns:a16="http://schemas.microsoft.com/office/drawing/2014/main" id="{C34E4ADC-B5DB-49F3-B74B-15396629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SKILL.md 正文</a:t>
            </a:r>
          </a:p>
        </p:txBody>
      </p:sp>
      <p:sp>
        <p:nvSpPr>
          <p:cNvPr id="9" name="load-en">
            <a:extLst xmlns:a="http://schemas.openxmlformats.org/drawingml/2006/main">
              <a:ext uri="{FF2B5EF4-FFF2-40B4-BE49-F238E27FC236}">
                <a16:creationId xmlns:a16="http://schemas.microsoft.com/office/drawing/2014/main" id="{17444F80-9F24-47AD-9315-85160F8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Markdown 指令</a:t>
            </a:r>
          </a:p>
        </p:txBody>
      </p:sp>
      <p:sp>
        <p:nvSpPr>
          <p:cNvPr id="10" name="load-desc">
            <a:extLst xmlns:a="http://schemas.openxmlformats.org/drawingml/2006/main">
              <a:ext uri="{FF2B5EF4-FFF2-40B4-BE49-F238E27FC236}">
                <a16:creationId xmlns:a16="http://schemas.microsoft.com/office/drawing/2014/main" id="{159AC50A-7DCF-43E6-BAE7-C932F062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触发后才加载，通常控制在 5k 词以内。</a:t>
            </a:r>
          </a:p>
        </p:txBody>
      </p:sp>
      <p:sp>
        <p:nvSpPr>
          <p:cNvPr id="11" name="load-bar">
            <a:extLst xmlns:a="http://schemas.openxmlformats.org/drawingml/2006/main">
              <a:ext uri="{FF2B5EF4-FFF2-40B4-BE49-F238E27FC236}">
                <a16:creationId xmlns:a16="http://schemas.microsoft.com/office/drawing/2014/main" id="{1DD118E4-878D-4617-A727-84ADBEF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oad-term">
            <a:extLst xmlns:a="http://schemas.openxmlformats.org/drawingml/2006/main">
              <a:ext uri="{FF2B5EF4-FFF2-40B4-BE49-F238E27FC236}">
                <a16:creationId xmlns:a16="http://schemas.microsoft.com/office/drawing/2014/main" id="{38CD38C8-A70E-4AE6-BF28-185A52D7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脚本与资源</a:t>
            </a:r>
          </a:p>
        </p:txBody>
      </p:sp>
      <p:sp>
        <p:nvSpPr>
          <p:cNvPr id="13" name="load-en">
            <a:extLst xmlns:a="http://schemas.openxmlformats.org/drawingml/2006/main">
              <a:ext uri="{FF2B5EF4-FFF2-40B4-BE49-F238E27FC236}">
                <a16:creationId xmlns:a16="http://schemas.microsoft.com/office/drawing/2014/main" id="{096DFD7E-66AD-4A6E-A165-B17DF3D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scripts / references / assets</a:t>
            </a:r>
          </a:p>
        </p:txBody>
      </p:sp>
      <p:sp>
        <p:nvSpPr>
          <p:cNvPr id="14" name="load-desc">
            <a:extLst xmlns:a="http://schemas.openxmlformats.org/drawingml/2006/main">
              <a:ext uri="{FF2B5EF4-FFF2-40B4-BE49-F238E27FC236}">
                <a16:creationId xmlns:a16="http://schemas.microsoft.com/office/drawing/2014/main" id="{F72DA3E2-E54D-4BB7-A22B-743F53D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335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需要时按需加载，脚本可直接执行。</a:t>
            </a:r>
          </a:p>
        </p:txBody>
      </p:sp>
      <p:sp>
        <p:nvSpPr>
          <p:cNvPr id="15" name="load-note">
            <a:extLst xmlns:a="http://schemas.openxmlformats.org/drawingml/2006/main">
              <a:ext uri="{FF2B5EF4-FFF2-40B4-BE49-F238E27FC236}">
                <a16:creationId xmlns:a16="http://schemas.microsoft.com/office/drawing/2014/main" id="{E6AA8F1A-D34D-40A2-BB4D-94F14A30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关键在于 description：要写清“这个 Skill 做什么、什么时候用”，它是触发机制，而非关键词匹配。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5CC02FA-79DE-4161-9B7E-7160BEF2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D8AF255-3FE8-4281-BB3A-820EC525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17950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A0CEC07-190F-4513-AD24-637A69E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 · 爬虫 Skill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C1DB91-A590-4533-8989-78FCE25D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网页抓取类 Skill 主要分三类</a:t>
            </a:r>
          </a:p>
        </p:txBody>
      </p:sp>
      <p:sp>
        <p:nvSpPr>
          <p:cNvPr id="3" name="crawl-bar">
            <a:extLst xmlns:a="http://schemas.openxmlformats.org/drawingml/2006/main">
              <a:ext uri="{FF2B5EF4-FFF2-40B4-BE49-F238E27FC236}">
                <a16:creationId xmlns:a16="http://schemas.microsoft.com/office/drawing/2014/main" id="{F41F9FC3-443D-474F-9F4E-6AE96594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rawl-term">
            <a:extLst xmlns:a="http://schemas.openxmlformats.org/drawingml/2006/main">
              <a:ext uri="{FF2B5EF4-FFF2-40B4-BE49-F238E27FC236}">
                <a16:creationId xmlns:a16="http://schemas.microsoft.com/office/drawing/2014/main" id="{6E814E7A-04C4-4B8A-8FCF-6FD5FD52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网页抓取</a:t>
            </a:r>
          </a:p>
        </p:txBody>
      </p:sp>
      <p:sp>
        <p:nvSpPr>
          <p:cNvPr id="5" name="crawl-items">
            <a:extLst xmlns:a="http://schemas.openxmlformats.org/drawingml/2006/main">
              <a:ext uri="{FF2B5EF4-FFF2-40B4-BE49-F238E27FC236}">
                <a16:creationId xmlns:a16="http://schemas.microsoft.com/office/drawing/2014/main" id="{C191AD9D-D4A0-40EA-A668-5549F1D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Firecrawl 官方 skills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scrape / crawl / search / map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结构化数据提取</a:t>
            </a:r>
          </a:p>
        </p:txBody>
      </p:sp>
      <p:sp>
        <p:nvSpPr>
          <p:cNvPr id="6" name="crawl-bar">
            <a:extLst xmlns:a="http://schemas.openxmlformats.org/drawingml/2006/main">
              <a:ext uri="{FF2B5EF4-FFF2-40B4-BE49-F238E27FC236}">
                <a16:creationId xmlns:a16="http://schemas.microsoft.com/office/drawing/2014/main" id="{6B7AF89C-B261-4FFF-BF9B-DD10D146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awl-term">
            <a:extLst xmlns:a="http://schemas.openxmlformats.org/drawingml/2006/main">
              <a:ext uri="{FF2B5EF4-FFF2-40B4-BE49-F238E27FC236}">
                <a16:creationId xmlns:a16="http://schemas.microsoft.com/office/drawing/2014/main" id="{33AC216F-8644-40A9-8E0B-D51B67F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浏览器自动化</a:t>
            </a:r>
          </a:p>
        </p:txBody>
      </p:sp>
      <p:sp>
        <p:nvSpPr>
          <p:cNvPr id="8" name="crawl-items">
            <a:extLst xmlns:a="http://schemas.openxmlformats.org/drawingml/2006/main">
              <a:ext uri="{FF2B5EF4-FFF2-40B4-BE49-F238E27FC236}">
                <a16:creationId xmlns:a16="http://schemas.microsoft.com/office/drawing/2014/main" id="{81883963-6D82-4A8B-AA07-E50A17A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Playwright 无头浏览器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podman-browser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点击、滚动、抓取动态内容</a:t>
            </a:r>
          </a:p>
        </p:txBody>
      </p:sp>
      <p:sp>
        <p:nvSpPr>
          <p:cNvPr id="9" name="crawl-bar">
            <a:extLst xmlns:a="http://schemas.openxmlformats.org/drawingml/2006/main">
              <a:ext uri="{FF2B5EF4-FFF2-40B4-BE49-F238E27FC236}">
                <a16:creationId xmlns:a16="http://schemas.microsoft.com/office/drawing/2014/main" id="{A7AE167A-E6AE-47A7-8FE6-53518012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rawl-term">
            <a:extLst xmlns:a="http://schemas.openxmlformats.org/drawingml/2006/main">
              <a:ext uri="{FF2B5EF4-FFF2-40B4-BE49-F238E27FC236}">
                <a16:creationId xmlns:a16="http://schemas.microsoft.com/office/drawing/2014/main" id="{27FFDA4E-0BF6-4366-B5C5-1A300481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整合型 Web Agent</a:t>
            </a:r>
          </a:p>
        </p:txBody>
      </p:sp>
      <p:sp>
        <p:nvSpPr>
          <p:cNvPr id="11" name="crawl-items">
            <a:extLst xmlns:a="http://schemas.openxmlformats.org/drawingml/2006/main">
              <a:ext uri="{FF2B5EF4-FFF2-40B4-BE49-F238E27FC236}">
                <a16:creationId xmlns:a16="http://schemas.microsoft.com/office/drawing/2014/main" id="{A7CBF93C-5E7C-4E9C-8C85-E722DAB6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35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firecrawl/web-agent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任务分解、并行抓取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•  按需加载 SKILL.md</a:t>
            </a:r>
          </a:p>
        </p:txBody>
      </p:sp>
      <p:sp>
        <p:nvSpPr>
          <p:cNvPr id="12" name="crawl-note">
            <a:extLst xmlns:a="http://schemas.openxmlformats.org/drawingml/2006/main">
              <a:ext uri="{FF2B5EF4-FFF2-40B4-BE49-F238E27FC236}">
                <a16:creationId xmlns:a16="http://schemas.microsoft.com/office/drawing/2014/main" id="{E3CBC93B-B7CD-4CC3-B357-EA598B8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这些 Skill 通常把 Firecrawl、Playwright、Puppeteer、无头浏览器等工具封装成“Agent 知道何时、怎么调用”的程序性知识。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3270FFA-477B-4F85-8DC4-BF33F2B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8260A8B-2DC4-464E-AED6-2E9190F0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30756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1EFF2085-5021-426F-8A8E-D0FDE98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 · 与 Agent 的区别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3F0729-D18D-4F95-B732-C9A44E47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是员工，Skill 是 SOP 手册</a:t>
            </a:r>
          </a:p>
        </p:txBody>
      </p:sp>
      <p:sp>
        <p:nvSpPr>
          <p:cNvPr id="3" name="cmp-h1">
            <a:extLst xmlns:a="http://schemas.openxmlformats.org/drawingml/2006/main">
              <a:ext uri="{FF2B5EF4-FFF2-40B4-BE49-F238E27FC236}">
                <a16:creationId xmlns:a16="http://schemas.microsoft.com/office/drawing/2014/main" id="{53C6043A-4BF0-4201-B777-19A28CDF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4" name="cmp-h2">
            <a:extLst xmlns:a="http://schemas.openxmlformats.org/drawingml/2006/main">
              <a:ext uri="{FF2B5EF4-FFF2-40B4-BE49-F238E27FC236}">
                <a16:creationId xmlns:a16="http://schemas.microsoft.com/office/drawing/2014/main" id="{F585749D-54EE-47C7-BCE7-9C6634C4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38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5" name="cmp-h3">
            <a:extLst xmlns:a="http://schemas.openxmlformats.org/drawingml/2006/main">
              <a:ext uri="{FF2B5EF4-FFF2-40B4-BE49-F238E27FC236}">
                <a16:creationId xmlns:a16="http://schemas.microsoft.com/office/drawing/2014/main" id="{8F674AD6-6791-49CF-A18C-0E391F9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解决什么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9152475-ADA6-41C9-997D-8F09605F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mp-dim">
            <a:extLst xmlns:a="http://schemas.openxmlformats.org/drawingml/2006/main">
              <a:ext uri="{FF2B5EF4-FFF2-40B4-BE49-F238E27FC236}">
                <a16:creationId xmlns:a16="http://schemas.microsoft.com/office/drawing/2014/main" id="{A5FB9224-496B-4D97-AF8D-0F64F2D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cmp-what">
            <a:extLst xmlns:a="http://schemas.openxmlformats.org/drawingml/2006/main">
              <a:ext uri="{FF2B5EF4-FFF2-40B4-BE49-F238E27FC236}">
                <a16:creationId xmlns:a16="http://schemas.microsoft.com/office/drawing/2014/main" id="{3D7FC8D9-F69D-451D-91B8-ED4FA90F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28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自主决策与执行的主体</a:t>
            </a:r>
          </a:p>
        </p:txBody>
      </p:sp>
      <p:sp>
        <p:nvSpPr>
          <p:cNvPr id="9" name="cmp-solve">
            <a:extLst xmlns:a="http://schemas.openxmlformats.org/drawingml/2006/main">
              <a:ext uri="{FF2B5EF4-FFF2-40B4-BE49-F238E27FC236}">
                <a16:creationId xmlns:a16="http://schemas.microsoft.com/office/drawing/2014/main" id="{2CE262C9-6BEF-4C0C-97D4-F9C7AC92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288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做什么、何时做、按什么顺序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F326021-5532-48EE-A5E1-7472402E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mp-dim">
            <a:extLst xmlns:a="http://schemas.openxmlformats.org/drawingml/2006/main">
              <a:ext uri="{FF2B5EF4-FFF2-40B4-BE49-F238E27FC236}">
                <a16:creationId xmlns:a16="http://schemas.microsoft.com/office/drawing/2014/main" id="{48AA0F0F-AE41-420C-B643-4201FC4E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2" name="cmp-what">
            <a:extLst xmlns:a="http://schemas.openxmlformats.org/drawingml/2006/main">
              <a:ext uri="{FF2B5EF4-FFF2-40B4-BE49-F238E27FC236}">
                <a16:creationId xmlns:a16="http://schemas.microsoft.com/office/drawing/2014/main" id="{1C04B50D-CC62-4DD4-A0E4-8710D412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52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可复用的程序性知识包</a:t>
            </a:r>
          </a:p>
        </p:txBody>
      </p:sp>
      <p:sp>
        <p:nvSpPr>
          <p:cNvPr id="13" name="cmp-solve">
            <a:extLst xmlns:a="http://schemas.openxmlformats.org/drawingml/2006/main">
              <a:ext uri="{FF2B5EF4-FFF2-40B4-BE49-F238E27FC236}">
                <a16:creationId xmlns:a16="http://schemas.microsoft.com/office/drawing/2014/main" id="{B004E248-A5E6-4B6E-AF01-0A071E8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怎么做、用什么工具、什么流程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A3E49E2E-0489-4C93-8484-839ECA21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mp-dim">
            <a:extLst xmlns:a="http://schemas.openxmlformats.org/drawingml/2006/main">
              <a:ext uri="{FF2B5EF4-FFF2-40B4-BE49-F238E27FC236}">
                <a16:creationId xmlns:a16="http://schemas.microsoft.com/office/drawing/2014/main" id="{B6DD2420-ABC6-4B04-B846-81250F71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16" name="cmp-what">
            <a:extLst xmlns:a="http://schemas.openxmlformats.org/drawingml/2006/main">
              <a:ext uri="{FF2B5EF4-FFF2-40B4-BE49-F238E27FC236}">
                <a16:creationId xmlns:a16="http://schemas.microsoft.com/office/drawing/2014/main" id="{8CE3EB4E-6964-41E5-A79C-C5F9E97E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单个能力（API / 函数）</a:t>
            </a:r>
          </a:p>
        </p:txBody>
      </p:sp>
      <p:sp>
        <p:nvSpPr>
          <p:cNvPr id="17" name="cmp-solve">
            <a:extLst xmlns:a="http://schemas.openxmlformats.org/drawingml/2006/main">
              <a:ext uri="{FF2B5EF4-FFF2-40B4-BE49-F238E27FC236}">
                <a16:creationId xmlns:a16="http://schemas.microsoft.com/office/drawing/2014/main" id="{B7156804-B771-4B66-BD9A-8E275D13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执行一个具体动作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16F023F1-9314-4362-8A85-D4F55FF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mp-dim">
            <a:extLst xmlns:a="http://schemas.openxmlformats.org/drawingml/2006/main">
              <a:ext uri="{FF2B5EF4-FFF2-40B4-BE49-F238E27FC236}">
                <a16:creationId xmlns:a16="http://schemas.microsoft.com/office/drawing/2014/main" id="{CEE58332-8DEE-4D8E-A9B4-A9F21D11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20" name="cmp-what">
            <a:extLst xmlns:a="http://schemas.openxmlformats.org/drawingml/2006/main">
              <a:ext uri="{FF2B5EF4-FFF2-40B4-BE49-F238E27FC236}">
                <a16:creationId xmlns:a16="http://schemas.microsoft.com/office/drawing/2014/main" id="{4ABD3871-AE0A-4104-AFFA-8906BD7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00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连接工具与数据的协议</a:t>
            </a:r>
          </a:p>
        </p:txBody>
      </p:sp>
      <p:sp>
        <p:nvSpPr>
          <p:cNvPr id="21" name="cmp-solve">
            <a:extLst xmlns:a="http://schemas.openxmlformats.org/drawingml/2006/main">
              <a:ext uri="{FF2B5EF4-FFF2-40B4-BE49-F238E27FC236}">
                <a16:creationId xmlns:a16="http://schemas.microsoft.com/office/drawing/2014/main" id="{8EE8E2D4-675B-48A8-8FA6-1D3E6CB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怎么接入工具和数据源</a:t>
            </a:r>
          </a:p>
        </p:txBody>
      </p:sp>
      <p:sp>
        <p:nvSpPr>
          <p:cNvPr id="22" name="cmp-note">
            <a:extLst xmlns:a="http://schemas.openxmlformats.org/drawingml/2006/main">
              <a:ext uri="{FF2B5EF4-FFF2-40B4-BE49-F238E27FC236}">
                <a16:creationId xmlns:a16="http://schemas.microsoft.com/office/drawing/2014/main" id="{FB7E7E96-E3A3-4A6E-8EC8-31985601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简单说：Skill = 能力（怎么做），MCP = 适配层（怎么接），Agent = 决策主体（谁来做）。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E7C35DC-5438-4568-9905-A67DEF64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9E6BD73-2BE7-4D59-89C5-A2F751F6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7653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E6A79E34-C5DF-46BF-AAC1-B647069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如何开发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61A4BC-08F2-46A6-8FFB-3D4AB0D4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开发一个 Skill 的六步流程</a:t>
            </a:r>
          </a:p>
        </p:txBody>
      </p:sp>
      <p:sp>
        <p:nvSpPr>
          <p:cNvPr id="3" name="step-num">
            <a:extLst xmlns:a="http://schemas.openxmlformats.org/drawingml/2006/main">
              <a:ext uri="{FF2B5EF4-FFF2-40B4-BE49-F238E27FC236}">
                <a16:creationId xmlns:a16="http://schemas.microsoft.com/office/drawing/2014/main" id="{E36761E4-469B-4F5A-9AEA-42563C9B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step-title">
            <a:extLst xmlns:a="http://schemas.openxmlformats.org/drawingml/2006/main">
              <a:ext uri="{FF2B5EF4-FFF2-40B4-BE49-F238E27FC236}">
                <a16:creationId xmlns:a16="http://schemas.microsoft.com/office/drawing/2014/main" id="{28BF0CE5-470C-487A-8934-1863B02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理解需求</a:t>
            </a:r>
          </a:p>
        </p:txBody>
      </p:sp>
      <p:sp>
        <p:nvSpPr>
          <p:cNvPr id="5" name="step-desc">
            <a:extLst xmlns:a="http://schemas.openxmlformats.org/drawingml/2006/main">
              <a:ext uri="{FF2B5EF4-FFF2-40B4-BE49-F238E27FC236}">
                <a16:creationId xmlns:a16="http://schemas.microsoft.com/office/drawing/2014/main" id="{FA460991-653C-4082-9AA0-2FDAEC2E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57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收集具体使用例子与触发语句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8E3C31D-CE6A-46AB-8D40-EA5CF782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um">
            <a:extLst xmlns:a="http://schemas.openxmlformats.org/drawingml/2006/main">
              <a:ext uri="{FF2B5EF4-FFF2-40B4-BE49-F238E27FC236}">
                <a16:creationId xmlns:a16="http://schemas.microsoft.com/office/drawing/2014/main" id="{998A2C68-2825-4AF8-8319-9FFA9C86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step-title">
            <a:extLst xmlns:a="http://schemas.openxmlformats.org/drawingml/2006/main">
              <a:ext uri="{FF2B5EF4-FFF2-40B4-BE49-F238E27FC236}">
                <a16:creationId xmlns:a16="http://schemas.microsoft.com/office/drawing/2014/main" id="{90AB0822-165B-4F78-9F7D-8C3693AB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规划内容</a:t>
            </a:r>
          </a:p>
        </p:txBody>
      </p:sp>
      <p:sp>
        <p:nvSpPr>
          <p:cNvPr id="9" name="step-desc">
            <a:extLst xmlns:a="http://schemas.openxmlformats.org/drawingml/2006/main">
              <a:ext uri="{FF2B5EF4-FFF2-40B4-BE49-F238E27FC236}">
                <a16:creationId xmlns:a16="http://schemas.microsoft.com/office/drawing/2014/main" id="{254CBDC6-E3A7-4181-9863-4C9741E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确定 scripts / references / assets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34FB0AD-D28A-4C54-922E-021CA39F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">
            <a:extLst xmlns:a="http://schemas.openxmlformats.org/drawingml/2006/main">
              <a:ext uri="{FF2B5EF4-FFF2-40B4-BE49-F238E27FC236}">
                <a16:creationId xmlns:a16="http://schemas.microsoft.com/office/drawing/2014/main" id="{59F00A69-D62E-46B6-9DF2-46030200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step-title">
            <a:extLst xmlns:a="http://schemas.openxmlformats.org/drawingml/2006/main">
              <a:ext uri="{FF2B5EF4-FFF2-40B4-BE49-F238E27FC236}">
                <a16:creationId xmlns:a16="http://schemas.microsoft.com/office/drawing/2014/main" id="{FFF08FB6-AA2A-4224-AE87-41F546F1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13" name="step-desc">
            <a:extLst xmlns:a="http://schemas.openxmlformats.org/drawingml/2006/main">
              <a:ext uri="{FF2B5EF4-FFF2-40B4-BE49-F238E27FC236}">
                <a16:creationId xmlns:a16="http://schemas.microsoft.com/office/drawing/2014/main" id="{719B8DCD-2E81-47F6-BEB8-BEA594F8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运行 init_skill.py 生成骨架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916A98F-BDE5-4CA9-A872-667B196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">
            <a:extLst xmlns:a="http://schemas.openxmlformats.org/drawingml/2006/main">
              <a:ext uri="{FF2B5EF4-FFF2-40B4-BE49-F238E27FC236}">
                <a16:creationId xmlns:a16="http://schemas.microsoft.com/office/drawing/2014/main" id="{411C3D0D-369B-4E83-B153-2EBC5D8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step-title">
            <a:extLst xmlns:a="http://schemas.openxmlformats.org/drawingml/2006/main">
              <a:ext uri="{FF2B5EF4-FFF2-40B4-BE49-F238E27FC236}">
                <a16:creationId xmlns:a16="http://schemas.microsoft.com/office/drawing/2014/main" id="{C0205BA0-B5B5-4E46-93F8-336C183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编辑实现</a:t>
            </a:r>
          </a:p>
        </p:txBody>
      </p:sp>
      <p:sp>
        <p:nvSpPr>
          <p:cNvPr id="17" name="step-desc">
            <a:extLst xmlns:a="http://schemas.openxmlformats.org/drawingml/2006/main">
              <a:ext uri="{FF2B5EF4-FFF2-40B4-BE49-F238E27FC236}">
                <a16:creationId xmlns:a16="http://schemas.microsoft.com/office/drawing/2014/main" id="{0D949B01-C460-4FB3-8DAC-6856ADCF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写 SKILL.md 与资源文件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5475DD65-3774-40E3-94B5-B979A686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um">
            <a:extLst xmlns:a="http://schemas.openxmlformats.org/drawingml/2006/main">
              <a:ext uri="{FF2B5EF4-FFF2-40B4-BE49-F238E27FC236}">
                <a16:creationId xmlns:a16="http://schemas.microsoft.com/office/drawing/2014/main" id="{6115BF52-B550-40EB-8F8B-2EC26D2E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step-title">
            <a:extLst xmlns:a="http://schemas.openxmlformats.org/drawingml/2006/main">
              <a:ext uri="{FF2B5EF4-FFF2-40B4-BE49-F238E27FC236}">
                <a16:creationId xmlns:a16="http://schemas.microsoft.com/office/drawing/2014/main" id="{E2A5AC78-3407-4E37-964B-4AF23AFF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1" name="step-desc">
            <a:extLst xmlns:a="http://schemas.openxmlformats.org/drawingml/2006/main">
              <a:ext uri="{FF2B5EF4-FFF2-40B4-BE49-F238E27FC236}">
                <a16:creationId xmlns:a16="http://schemas.microsoft.com/office/drawing/2014/main" id="{1C117C2B-6DCA-46A8-BFF2-772A509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运行 quick_validate.py 检查格式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7859EC02-B395-43DC-9E19-C8BFF1B5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num">
            <a:extLst xmlns:a="http://schemas.openxmlformats.org/drawingml/2006/main">
              <a:ext uri="{FF2B5EF4-FFF2-40B4-BE49-F238E27FC236}">
                <a16:creationId xmlns:a16="http://schemas.microsoft.com/office/drawing/2014/main" id="{7C0F7B35-ED7D-4E3C-BA98-6DFB87A7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step-title">
            <a:extLst xmlns:a="http://schemas.openxmlformats.org/drawingml/2006/main">
              <a:ext uri="{FF2B5EF4-FFF2-40B4-BE49-F238E27FC236}">
                <a16:creationId xmlns:a16="http://schemas.microsoft.com/office/drawing/2014/main" id="{85219C59-FDDD-4840-BB2F-7210E1D7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迭代</a:t>
            </a:r>
          </a:p>
        </p:txBody>
      </p:sp>
      <p:sp>
        <p:nvSpPr>
          <p:cNvPr id="25" name="step-desc">
            <a:extLst xmlns:a="http://schemas.openxmlformats.org/drawingml/2006/main">
              <a:ext uri="{FF2B5EF4-FFF2-40B4-BE49-F238E27FC236}">
                <a16:creationId xmlns:a16="http://schemas.microsoft.com/office/drawing/2014/main" id="{8B32095D-398F-450F-B0B5-785BD16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真实任务测试并持续改进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52A6255-3840-49D0-BE9A-C4E68295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2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2AC7302-B465-4681-803E-880362E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88435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06B6564-982C-44F8-805C-6BDAE21B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 · 如何开发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BF67CC-3CB2-4318-98C2-EC7140CD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开发 Skill 的四个关键原则</a:t>
            </a:r>
          </a:p>
        </p:txBody>
      </p:sp>
      <p:sp>
        <p:nvSpPr>
          <p:cNvPr id="3" name="prin-num">
            <a:extLst xmlns:a="http://schemas.openxmlformats.org/drawingml/2006/main">
              <a:ext uri="{FF2B5EF4-FFF2-40B4-BE49-F238E27FC236}">
                <a16:creationId xmlns:a16="http://schemas.microsoft.com/office/drawing/2014/main" id="{B0E60129-255F-4481-9129-B5D1ECC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prin-title">
            <a:extLst xmlns:a="http://schemas.openxmlformats.org/drawingml/2006/main">
              <a:ext uri="{FF2B5EF4-FFF2-40B4-BE49-F238E27FC236}">
                <a16:creationId xmlns:a16="http://schemas.microsoft.com/office/drawing/2014/main" id="{E0F33FF1-2373-4CB2-B5E0-598852F5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description 决定触发</a:t>
            </a:r>
          </a:p>
        </p:txBody>
      </p:sp>
      <p:sp>
        <p:nvSpPr>
          <p:cNvPr id="5" name="prin-desc">
            <a:extLst xmlns:a="http://schemas.openxmlformats.org/drawingml/2006/main">
              <a:ext uri="{FF2B5EF4-FFF2-40B4-BE49-F238E27FC236}">
                <a16:creationId xmlns:a16="http://schemas.microsoft.com/office/drawing/2014/main" id="{1C7A1663-6470-4B74-AB98-68814106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写清“做什么、何时用”，而不是关键词匹配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906B520-1775-46AD-A020-3919D35D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in-num">
            <a:extLst xmlns:a="http://schemas.openxmlformats.org/drawingml/2006/main">
              <a:ext uri="{FF2B5EF4-FFF2-40B4-BE49-F238E27FC236}">
                <a16:creationId xmlns:a16="http://schemas.microsoft.com/office/drawing/2014/main" id="{295CC264-5437-4B30-B2EC-454C0459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prin-title">
            <a:extLst xmlns:a="http://schemas.openxmlformats.org/drawingml/2006/main">
              <a:ext uri="{FF2B5EF4-FFF2-40B4-BE49-F238E27FC236}">
                <a16:creationId xmlns:a16="http://schemas.microsoft.com/office/drawing/2014/main" id="{E3ADB318-0E06-4465-8DEC-B452CB6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简洁优先</a:t>
            </a:r>
          </a:p>
        </p:txBody>
      </p:sp>
      <p:sp>
        <p:nvSpPr>
          <p:cNvPr id="9" name="prin-desc">
            <a:extLst xmlns:a="http://schemas.openxmlformats.org/drawingml/2006/main">
              <a:ext uri="{FF2B5EF4-FFF2-40B4-BE49-F238E27FC236}">
                <a16:creationId xmlns:a16="http://schemas.microsoft.com/office/drawing/2014/main" id="{B5AC2D89-DA93-4845-B6EB-70CF20D6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只放 Agent 不知道的信息，别塞通用知识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03EEF26-10E0-4939-99ED-D500A98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-num">
            <a:extLst xmlns:a="http://schemas.openxmlformats.org/drawingml/2006/main">
              <a:ext uri="{FF2B5EF4-FFF2-40B4-BE49-F238E27FC236}">
                <a16:creationId xmlns:a16="http://schemas.microsoft.com/office/drawing/2014/main" id="{4496464C-427B-4A63-B384-D9F095B5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prin-title">
            <a:extLst xmlns:a="http://schemas.openxmlformats.org/drawingml/2006/main">
              <a:ext uri="{FF2B5EF4-FFF2-40B4-BE49-F238E27FC236}">
                <a16:creationId xmlns:a16="http://schemas.microsoft.com/office/drawing/2014/main" id="{6031D269-95DF-4B50-8D2A-64AB78B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渐进式披露</a:t>
            </a:r>
          </a:p>
        </p:txBody>
      </p:sp>
      <p:sp>
        <p:nvSpPr>
          <p:cNvPr id="13" name="prin-desc">
            <a:extLst xmlns:a="http://schemas.openxmlformats.org/drawingml/2006/main">
              <a:ext uri="{FF2B5EF4-FFF2-40B4-BE49-F238E27FC236}">
                <a16:creationId xmlns:a16="http://schemas.microsoft.com/office/drawing/2014/main" id="{93767DE5-ED90-48F4-953B-E298C28F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正文精简，细节放进 references 按需加载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C6549DC4-E8DF-4823-978E-1BF0CF65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in-num">
            <a:extLst xmlns:a="http://schemas.openxmlformats.org/drawingml/2006/main">
              <a:ext uri="{FF2B5EF4-FFF2-40B4-BE49-F238E27FC236}">
                <a16:creationId xmlns:a16="http://schemas.microsoft.com/office/drawing/2014/main" id="{D028DE43-80A4-454D-A7A6-A73F3EE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prin-title">
            <a:extLst xmlns:a="http://schemas.openxmlformats.org/drawingml/2006/main">
              <a:ext uri="{FF2B5EF4-FFF2-40B4-BE49-F238E27FC236}">
                <a16:creationId xmlns:a16="http://schemas.microsoft.com/office/drawing/2014/main" id="{C8383FA0-FE63-45F9-9D26-39212CF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命名规范</a:t>
            </a:r>
          </a:p>
        </p:txBody>
      </p:sp>
      <p:sp>
        <p:nvSpPr>
          <p:cNvPr id="17" name="prin-desc">
            <a:extLst xmlns:a="http://schemas.openxmlformats.org/drawingml/2006/main">
              <a:ext uri="{FF2B5EF4-FFF2-40B4-BE49-F238E27FC236}">
                <a16:creationId xmlns:a16="http://schemas.microsoft.com/office/drawing/2014/main" id="{4B197044-7A73-449F-94B2-86FD4B19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小写字母 + 连字符，动词开头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6B7B93-D000-4825-9254-AA0DD20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7BF37C-E318-49A5-A45F-F56B02E8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7157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4B6202A-8891-4F1B-8389-1A98540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23D850-DE39-4708-9195-7C09FD72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一句话记住 Skill</a:t>
            </a:r>
          </a:p>
        </p:txBody>
      </p:sp>
      <p:sp>
        <p:nvSpPr>
          <p:cNvPr id="3" name="sum-panel">
            <a:extLst xmlns:a="http://schemas.openxmlformats.org/drawingml/2006/main">
              <a:ext uri="{FF2B5EF4-FFF2-40B4-BE49-F238E27FC236}">
                <a16:creationId xmlns:a16="http://schemas.microsoft.com/office/drawing/2014/main" id="{416CCCBB-DC4F-45A4-86A3-B3563948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takeaway">
            <a:extLst xmlns:a="http://schemas.openxmlformats.org/drawingml/2006/main">
              <a:ext uri="{FF2B5EF4-FFF2-40B4-BE49-F238E27FC236}">
                <a16:creationId xmlns:a16="http://schemas.microsoft.com/office/drawing/2014/main" id="{C57033C4-8A73-45FE-A124-897B4B65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0210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是教 Agent 做某类任务的 SOP 手册（SKILL.md + 可选脚本与资料）；它按需触发、渐进披露，与 Agent 是“能力 vs 决策主体”的关系；爬虫技能主要封装 Firecrawl、Playwright 等抓取能力。</a:t>
            </a:r>
          </a:p>
        </p:txBody>
      </p:sp>
      <p:sp>
        <p:nvSpPr>
          <p:cNvPr id="5" name="sum-eco-label">
            <a:extLst xmlns:a="http://schemas.openxmlformats.org/drawingml/2006/main">
              <a:ext uri="{FF2B5EF4-FFF2-40B4-BE49-F238E27FC236}">
                <a16:creationId xmlns:a16="http://schemas.microsoft.com/office/drawing/2014/main" id="{F9004ED9-35BC-47EB-A21E-AD3DDCA9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生态与工具</a:t>
            </a:r>
          </a:p>
        </p:txBody>
      </p:sp>
      <p:sp>
        <p:nvSpPr>
          <p:cNvPr id="6" name="sum-eco-num">
            <a:extLst xmlns:a="http://schemas.openxmlformats.org/drawingml/2006/main">
              <a:ext uri="{FF2B5EF4-FFF2-40B4-BE49-F238E27FC236}">
                <a16:creationId xmlns:a16="http://schemas.microsoft.com/office/drawing/2014/main" id="{52EC2077-6C9B-4401-897B-1687ECE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um-eco-text">
            <a:extLst xmlns:a="http://schemas.openxmlformats.org/drawingml/2006/main">
              <a:ext uri="{FF2B5EF4-FFF2-40B4-BE49-F238E27FC236}">
                <a16:creationId xmlns:a16="http://schemas.microsoft.com/office/drawing/2014/main" id="{E67D25C5-ADFF-4EE8-981D-E9E96BD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标准开放：Claude / Codex / Cursor 通用</a:t>
            </a:r>
          </a:p>
        </p:txBody>
      </p:sp>
      <p:sp>
        <p:nvSpPr>
          <p:cNvPr id="8" name="sum-eco-num">
            <a:extLst xmlns:a="http://schemas.openxmlformats.org/drawingml/2006/main">
              <a:ext uri="{FF2B5EF4-FFF2-40B4-BE49-F238E27FC236}">
                <a16:creationId xmlns:a16="http://schemas.microsoft.com/office/drawing/2014/main" id="{BD289C8C-0A64-48BE-8925-DEC7DDF8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um-eco-text">
            <a:extLst xmlns:a="http://schemas.openxmlformats.org/drawingml/2006/main">
              <a:ext uri="{FF2B5EF4-FFF2-40B4-BE49-F238E27FC236}">
                <a16:creationId xmlns:a16="http://schemas.microsoft.com/office/drawing/2014/main" id="{7B17B294-BAFD-41A4-84AD-E3FECFE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发现安装：skills.sh、npx skills、find-skills</a:t>
            </a:r>
          </a:p>
        </p:txBody>
      </p:sp>
      <p:sp>
        <p:nvSpPr>
          <p:cNvPr id="10" name="sum-eco-num">
            <a:extLst xmlns:a="http://schemas.openxmlformats.org/drawingml/2006/main">
              <a:ext uri="{FF2B5EF4-FFF2-40B4-BE49-F238E27FC236}">
                <a16:creationId xmlns:a16="http://schemas.microsoft.com/office/drawing/2014/main" id="{9BCEB5AC-B78D-44EB-AB8A-55F71254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um-eco-text">
            <a:extLst xmlns:a="http://schemas.openxmlformats.org/drawingml/2006/main">
              <a:ext uri="{FF2B5EF4-FFF2-40B4-BE49-F238E27FC236}">
                <a16:creationId xmlns:a16="http://schemas.microsoft.com/office/drawing/2014/main" id="{59AE01B0-24A1-4EAD-9395-940ED38F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开发工具：skill-creator、init_skill.py</a:t>
            </a:r>
          </a:p>
        </p:txBody>
      </p:sp>
      <p:sp>
        <p:nvSpPr>
          <p:cNvPr id="12" name="sum-eco-num">
            <a:extLst xmlns:a="http://schemas.openxmlformats.org/drawingml/2006/main">
              <a:ext uri="{FF2B5EF4-FFF2-40B4-BE49-F238E27FC236}">
                <a16:creationId xmlns:a16="http://schemas.microsoft.com/office/drawing/2014/main" id="{64C7DCFA-FDDA-43BC-88A6-EC245578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sum-eco-text">
            <a:extLst xmlns:a="http://schemas.openxmlformats.org/drawingml/2006/main">
              <a:ext uri="{FF2B5EF4-FFF2-40B4-BE49-F238E27FC236}">
                <a16:creationId xmlns:a16="http://schemas.microsoft.com/office/drawing/2014/main" id="{B89299CB-CFCC-406C-B3EF-8845F61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本地已装：skill-creator、find-skills、skill-installer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982FEB-0718-4F38-BEBA-CE831B6B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AI 技能入门 · Skill 基础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C8ABAAF-39BC-4AD4-9D54-1A2DA7BB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C849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5196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2026-08-18T05:13:47.9770000Z</dcterms:created>
  <dcterms:modified xsi:type="dcterms:W3CDTF">2026-08-18T05:13:47.9770000Z</dcterms:modified>
</coreProperties>
</file>